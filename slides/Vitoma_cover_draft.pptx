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pic>
        <p:nvPicPr>
          <p:cNvPr id="15" name="图片 2"/>
          <p:cNvPicPr>
            <a:picLocks noChangeAspect="1"/>
          </p:cNvPicPr>
          <p:nvPr/>
        </p:nvPicPr>
        <p:blipFill>
          <a:blip r:embed="rId1">
            <a:alphaModFix amt="1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0500" y="0"/>
            <a:ext cx="4381500" cy="6858000"/>
          </a:xfrm>
          <a:prstGeom prst="rect">
            <a:avLst/>
          </a:prstGeom>
        </p:spPr>
      </p:pic>
      <p:sp>
        <p:nvSpPr>
          <p:cNvPr id="6" name="文本框 5"/>
          <p:cNvSpPr>
            <a:spLocks noGrp="1"/>
          </p:cNvSpPr>
          <p:nvPr/>
        </p:nvSpPr>
        <p:spPr>
          <a:xfrm>
            <a:off x="685800" y="1552575"/>
            <a:ext cx="10820400" cy="2505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Vitoma</a:t>
            </a:r>
          </a:p>
          <a:p>
            <a:pPr algn="l">
              <a:lnSpc>
                <a:spcPct val="130000"/>
              </a:lnSpc>
              <a:buNone/>
            </a:pPr>
            <a:r>
              <a:rPr lang="zh-CN" altLang="en-US"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平行推演生命，交汇预见未来</a:t>
            </a: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685800" y="4313555"/>
            <a:ext cx="1082040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l">
              <a:lnSpc>
                <a:spcPct val="150000"/>
              </a:lnSpc>
              <a:buNone/>
            </a:pPr>
            <a:r>
              <a:rPr sz="165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以患者自身类器官为平行实验，AI 提前预测治疗响应与复发</a:t>
            </a:r>
            <a:endParaRPr sz="1650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685800" y="5829300"/>
            <a:ext cx="1190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AIVC </a:t>
            </a: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虚拟类器官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143125" y="5848350"/>
            <a:ext cx="9525" cy="152400"/>
          </a:xfrm>
          <a:prstGeom prst="rect">
            <a:avLst/>
          </a:prstGeom>
          <a:solidFill>
            <a:srgbClr val="44546A"/>
          </a:solidFill>
        </p:spPr>
        <p:txBody>
          <a:bodyPr/>
          <a:lstStyle/>
          <a:p/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419350" y="5829300"/>
            <a:ext cx="18192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本轮融资</a:t>
            </a:r>
            <a:r>
              <a:rPr sz="12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 5000 </a:t>
            </a:r>
            <a:r>
              <a:rPr sz="12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万元人民币</a:t>
            </a:r>
            <a:endParaRPr sz="1200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505325" y="5848350"/>
            <a:ext cx="9525" cy="152400"/>
          </a:xfrm>
          <a:prstGeom prst="rect">
            <a:avLst/>
          </a:prstGeom>
          <a:solidFill>
            <a:srgbClr val="44546A"/>
          </a:solidFill>
        </p:spPr>
        <p:txBody>
          <a:bodyPr/>
          <a:lstStyle/>
          <a:p/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4781550" y="5829300"/>
            <a:ext cx="895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2026 </a:t>
            </a:r>
            <a:r>
              <a:rPr sz="12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 sz="12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 10 </a:t>
            </a:r>
            <a:r>
              <a:rPr sz="12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月</a:t>
            </a:r>
            <a:endParaRPr sz="1200">
              <a:solidFill>
                <a:srgbClr val="99BDED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7375</Words>
  <Application>WPS Office WWO_wpscloud_20260902094840-997daf6cd0</Application>
  <PresentationFormat>Converted Presentation</PresentationFormat>
  <Paragraphs>640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汉仪旗黑KW 55S</vt:lpstr>
      <vt:lpstr>Calibri</vt:lpstr>
      <vt:lpstr>微软雅黑</vt:lpstr>
      <vt:lpstr>Calibri</vt:lpstr>
      <vt:lpstr>微软雅黑</vt:lpstr>
      <vt:lpstr>汉仪书宋二KW</vt:lpstr>
      <vt:lpstr>Kingsoft Confetti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2026-09-14T21:32:23Z</dcterms:created>
  <dcterms:modified xsi:type="dcterms:W3CDTF">2026-09-14T21:32:23Z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21C91B9422BFD48899299F6A1ACD7A80_42</vt:lpwstr>
  </property>
  <property fmtid="{D5CDD505-2E9C-101B-9397-08002B2CF9AE}" pid="3" name="KSOProductBuildVer">
    <vt:lpwstr>2052-12.9.0.28579</vt:lpwstr>
  </property>
</Properties>
</file>