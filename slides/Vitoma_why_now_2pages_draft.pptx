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为什么是现在：类器官预测患者治疗响应，已获独立研究证实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Hai-Kun Liu, Ying Mao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图片占位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2F5F9"/>
          </a:solidFill>
          <a:ln w="9525">
            <a:solidFill>
              <a:srgbClr val="99BDED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  <a:buNone/>
            </a:pPr>
            <a:r>
              <a:rPr lang="zh-CN" altLang="en-US" sz="1400" b="1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证据 2 配图</a:t>
            </a:r>
          </a:p>
          <a:p>
            <a:pPr algn="ctr">
              <a:lnSpc>
                <a:spcPct val="120000"/>
              </a:lnSpc>
              <a:buNone/>
            </a:pPr>
            <a:r>
              <a:rPr lang="zh-CN" altLang="en-US" sz="11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待放入微信文章中论文的关键图</a:t>
            </a:r>
          </a:p>
        </p:txBody>
      </p:sp>
      <p:sp>
        <p:nvSpPr>
          <p:cNvPr id="403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2｜（论文作者、期刊、年份待补充）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（一句话结论待补充：该研究在哪个瘤种、用什么方法证明类器官 / AI 可预测患者治疗响应）</a:t>
            </a:r>
          </a:p>
        </p:txBody>
      </p:sp>
      <p:sp>
        <p:nvSpPr>
          <p:cNvPr id="404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不止我们：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独立研究团队已在肿瘤治疗领域证明，患者来源类器官可在临床场景中预测治疗响应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从「能不能」到「怎么规模化」：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科学可行性已被验证，下一步是纵向校准与标准化交付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4886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Peng et al., Cell Stem Cell 32, 652–669 (2025)；证据 2 出处待补充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时机已到，证据已在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四项技术条件同步成熟（左）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类器官预测治疗响应，已获临床研究证实（下页）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证据来自不同研究团队，并非单一个案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361188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我们的切入点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先从临床路径更标准化的实体瘤切入，更快做出可验证的成果、覆盖更广的应用；再拓展到复杂度最高的脑肿瘤。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下一页：临床研究证据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