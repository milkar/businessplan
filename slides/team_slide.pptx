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团队" id="{13053490-0a46-9cc0-abf1-52795da6ae3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头像为占位，正式版替换为成员照片。卓悦博士的介绍来自简历（2026-08）；其他成员沿用原 BP。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Vitoma｜AIVC 虚拟类器官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团队：从类器官到 AI，飞轮的每一环都有人负责</a:t>
            </a:r>
            <a:endParaRPr lang="en-US" sz="3000" dirty="0"/>
          </a:p>
        </p:txBody>
      </p:sp>
      <p:sp>
        <p:nvSpPr>
          <p:cNvPr id="3" name="card-0"/>
          <p:cNvSpPr/>
          <p:nvPr/>
        </p:nvSpPr>
        <p:spPr>
          <a:xfrm>
            <a:off x="548640" y="11887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vatar-0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71600"/>
            <a:ext cx="1469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卓悦 博士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00784"/>
            <a:ext cx="146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创始人 &amp; CEO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2329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Verqura 实验室管理系统创始人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海德堡大学 / DKFZ 发育生物学博士；密歇根大学学士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Cell Stem Cell 2025、npj Precis Oncol 2024 作者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类器官 · 单细胞多组学 · 图像 AI（YOLO / Cellpose）</a:t>
            </a:r>
            <a:endParaRPr lang="en-US" sz="1100" dirty="0"/>
          </a:p>
        </p:txBody>
      </p:sp>
      <p:sp>
        <p:nvSpPr>
          <p:cNvPr id="9" name="card-1"/>
          <p:cNvSpPr/>
          <p:nvPr/>
        </p:nvSpPr>
        <p:spPr>
          <a:xfrm>
            <a:off x="3390138" y="11887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vatar-1"/>
          <p:cNvSpPr/>
          <p:nvPr/>
        </p:nvSpPr>
        <p:spPr>
          <a:xfrm>
            <a:off x="3573018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7301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田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50258" y="1371600"/>
            <a:ext cx="1469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田伟利 博士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50258" y="1700784"/>
            <a:ext cx="146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CSO 首席科学官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54730" y="2148840"/>
            <a:ext cx="2329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DKFZ / 海德堡大学分子神经遗传学资深科学家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霍英东杰出青年学者；主持欧中重大科研项目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Cell Stem Cell 2025、npj Precis Oncol 2024 核心成员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长期研究胶质母细胞瘤复发与耐药</a:t>
            </a:r>
            <a:endParaRPr lang="en-US" sz="1100" dirty="0"/>
          </a:p>
        </p:txBody>
      </p:sp>
      <p:sp>
        <p:nvSpPr>
          <p:cNvPr id="15" name="card-2"/>
          <p:cNvSpPr/>
          <p:nvPr/>
        </p:nvSpPr>
        <p:spPr>
          <a:xfrm>
            <a:off x="6231636" y="11887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vatar-2"/>
          <p:cNvSpPr/>
          <p:nvPr/>
        </p:nvSpPr>
        <p:spPr>
          <a:xfrm>
            <a:off x="6414516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451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王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191756" y="1371600"/>
            <a:ext cx="1469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王中杰 博士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1700784"/>
            <a:ext cx="146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CTO 首席技术官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96228" y="2148840"/>
            <a:ext cx="2329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巴斯德研究所博士后；曾任职哈佛医学院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近 10 年多组学分析经验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多模态建模、自监督预训练、因果建模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擅长端到端可复用分析流程</a:t>
            </a:r>
            <a:endParaRPr lang="en-US" sz="1100" dirty="0"/>
          </a:p>
        </p:txBody>
      </p:sp>
      <p:sp>
        <p:nvSpPr>
          <p:cNvPr id="21" name="card-3"/>
          <p:cNvSpPr/>
          <p:nvPr/>
        </p:nvSpPr>
        <p:spPr>
          <a:xfrm>
            <a:off x="9073134" y="11887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vatar-3"/>
          <p:cNvSpPr/>
          <p:nvPr/>
        </p:nvSpPr>
        <p:spPr>
          <a:xfrm>
            <a:off x="9256014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5601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033254" y="1371600"/>
            <a:ext cx="1469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兰晓静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033254" y="1700784"/>
            <a:ext cx="1469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COO 首席运营官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37726" y="2148840"/>
            <a:ext cx="23294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海德堡大学经济学硕士；浙江大学管理学学士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FRM 持证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国际金融机构风控与合规经验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跨境尽职调查经验</a:t>
            </a:r>
            <a:endParaRPr lang="en-US" sz="1100" dirty="0"/>
          </a:p>
        </p:txBody>
      </p:sp>
      <p:graphicFrame>
        <p:nvGraphicFramePr>
          <p:cNvPr id="2" name="ro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5513832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职务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成员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核心职责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对应飞轮环节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创始人 &amp; CEO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卓悦 博士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公司战略与融资；实验数字化与数据标准（Verqura）；关键合作伙伴关系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数据生产体系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CSO 首席科学官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田伟利 博士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科学路线与类器官体系；临床合作与三级验证设计；疾病机制研究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患者样本 · 类器官 · 验证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CTO 首席技术官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王中杰 博士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AIVC 预测模型；多模态 / 自监督 / 因果建模；数据平台与算力架构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模型 · 锁定预测 · 评分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COO 首席运营官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兰晓静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运营与项目管理；财务与合规（人类遗传资源、数据安全）；商务拓展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临床合作 · 合规 · 商务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团队即壁垒：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患者采样 → 类器官建立 → 数据构建 → 模型迭代 → 前瞻验证，全链路在团队内部闭环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toma">
  <a:themeElements>
    <a:clrScheme name="Vitoma">
      <a:dk1>
        <a:srgbClr val="1B2A33"/>
      </a:dk1>
      <a:lt1>
        <a:srgbClr val="FFFFFF"/>
      </a:lt1>
      <a:dk2>
        <a:srgbClr val="0B3C5D"/>
      </a:dk2>
      <a:lt2>
        <a:srgbClr val="EEF4F4"/>
      </a:lt2>
      <a:accent1>
        <a:srgbClr val="0B3C5D"/>
      </a:accent1>
      <a:accent2>
        <a:srgbClr val="1FA39A"/>
      </a:accent2>
      <a:accent3>
        <a:srgbClr val="7FC8C0"/>
      </a:accent3>
      <a:accent4>
        <a:srgbClr val="F2A541"/>
      </a:accent4>
      <a:accent5>
        <a:srgbClr val="5B6B73"/>
      </a:accent5>
      <a:accent6>
        <a:srgbClr val="D9E7E6"/>
      </a:accent6>
      <a:hlink>
        <a:srgbClr val="1FA39A"/>
      </a:hlink>
      <a:folHlink>
        <a:srgbClr val="0B3C5D"/>
      </a:folHlink>
    </a:clrScheme>
    <a:fontScheme name="Vitoma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Vitoma 团队</dc:title>
  <dc:subject>PptxGenJS Presentation</dc:subject>
  <dc:creator>PptxGenJS</dc:creator>
  <cp:lastModifiedBy>PptxGenJS</cp:lastModifiedBy>
  <cp:revision>1</cp:revision>
  <dcterms:created xsi:type="dcterms:W3CDTF">2026-10-06T19:51:15Z</dcterms:created>
  <dcterms:modified xsi:type="dcterms:W3CDTF">2026-10-06T19:51:15Z</dcterms:modified>
</cp:coreProperties>
</file>